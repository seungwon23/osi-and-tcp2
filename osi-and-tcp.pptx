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C9258-7E56-6003-789D-423DCCA7F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D252A5-E882-1718-9A99-46CB62B22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E33894-C208-26FE-2E25-46E1CE813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A91D-575C-4045-9E3B-81072F7A708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15EDC-AF9F-D9DE-0037-55BB71D7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9076D1-27AE-3623-0B08-EC9EDCE3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2919-BE17-467B-BE56-F5FAABDEF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106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3612F-DAEB-0DBE-CB46-7A64331C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7FE20-E3ED-0395-93F0-D5CE8DD93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B289BB-5D9B-346A-DC5B-09DD4E03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A91D-575C-4045-9E3B-81072F7A708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FABD9B-754D-EFFE-F49E-635107EA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AE68CD-0688-2E64-3A3F-3BA9A78A6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2919-BE17-467B-BE56-F5FAABDEF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466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D8700-1774-19B8-B371-9B47B1710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F0E5CA-7EA9-D9A5-CFAB-25E3D5CE2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42405A-B942-DDBB-A382-980F4F57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A91D-575C-4045-9E3B-81072F7A708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BC8A3C-1C0B-D233-FD2E-3D2B1DCFA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B375C-C99D-DFA3-6037-99E5462E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2919-BE17-467B-BE56-F5FAABDEF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38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C31FA-1EAD-3CB5-8A99-F76145829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642983-1E44-24EE-F32B-8B0D09716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A6D003-C8C5-5240-A244-665875698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856982-B0C3-2450-8E18-4122D9253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A91D-575C-4045-9E3B-81072F7A708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5E6C97-5F91-7C5E-32E0-F300266A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96E4E0-1D5F-3FF0-85CE-9EB79F82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2919-BE17-467B-BE56-F5FAABDEF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610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53CA0D-8C19-4C76-9F3F-C9AF48EA4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F255A3-5089-9AF8-B7B1-D2F8E2125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6F95D4-4125-B0D1-0674-D5DDD15FC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06CFA0-E245-B26B-D49E-20E898ACE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5E7B8F-F69E-7EE7-60BA-663230FD1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DF0FCF-CA9A-41CC-9874-535C78A15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A91D-575C-4045-9E3B-81072F7A708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5E2661-0371-EC65-3612-D68FD745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9B4FBC-E379-6314-1DB6-71FAEC6E5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2919-BE17-467B-BE56-F5FAABDEF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083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A1C39-8393-85FB-EF78-A48FF1317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2775D83-2605-2CE2-40F9-83541CE3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A91D-575C-4045-9E3B-81072F7A708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33EBCC-014A-2B57-B364-E32A4871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76BA2A-24C5-7D24-A3FD-8A883167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2919-BE17-467B-BE56-F5FAABDEF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631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0FEDB91-0C4B-2BB4-CE00-E0F4109B8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A91D-575C-4045-9E3B-81072F7A708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1D65FB-2E47-C308-726A-DA750B9B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6DBD84-F943-C31B-2127-20A6FEE8C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2919-BE17-467B-BE56-F5FAABDEF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98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08D23-7D0B-5CFB-DFB4-6447F31AD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88B19-58E6-EB1B-15A6-B747D96F5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CA46C7-166E-BC84-E48C-396FF7C57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3DEFE8-55EE-A1E6-A2BA-CDAB9734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A91D-575C-4045-9E3B-81072F7A708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5AEE5A-7C07-AAC8-8F72-A16A242BB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C1069D-0F8B-100D-FAF4-519FA20F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2919-BE17-467B-BE56-F5FAABDEF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41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0A18E-FFD6-202E-A3A2-B89EF3E5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00C363-5C1F-BE7A-64AE-7157E6780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7C1D19-B76C-A8A1-14C8-0B7F10FE2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536322-9167-1085-750B-A6689C25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A91D-575C-4045-9E3B-81072F7A708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818643-F6A6-045D-2EA0-706699B2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B762F0-47B9-B2E0-8F5D-0A31DFD8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2919-BE17-467B-BE56-F5FAABDEF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04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0F406-006F-00FD-F0FF-5CC19654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E56F40-650E-8E29-A41C-8EC5B86AF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66C54-BCF1-8839-2EB2-CDE291845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A91D-575C-4045-9E3B-81072F7A708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D94701-94C0-D36A-1403-4C5BDEEB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CF60D-0AB2-64B7-79CA-6E2F1499D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2919-BE17-467B-BE56-F5FAABDEF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49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6B08AC-4803-4356-D1BE-63E74BE520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2F3C01-B201-DAC9-E909-FA4117B49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F1FA38-590B-41A4-E430-28A08E13B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A91D-575C-4045-9E3B-81072F7A708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05DED-C3EE-FD02-B9D0-C7E36FDD4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B9DE96-0A18-7582-68D9-F7D9BE20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2919-BE17-467B-BE56-F5FAABDEF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86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36893E-7D93-FBBA-C556-436816FAE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CAC1D3-D26F-9F81-AEC7-C1D44ADDF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FD96A4-2B08-5A22-6E58-7E6ACDE0D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81A91D-575C-4045-9E3B-81072F7A708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8CC52C-E5E1-3414-08B1-75ECC74E2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CB3BBA-3931-FF4A-EC5C-D1584A7AE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72919-BE17-467B-BE56-F5FAABDEF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29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FD64A28-2AC8-62B7-7A5F-F32FA8CB5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345389"/>
              </p:ext>
            </p:extLst>
          </p:nvPr>
        </p:nvGraphicFramePr>
        <p:xfrm>
          <a:off x="0" y="1"/>
          <a:ext cx="12192000" cy="706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49991842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9489671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8183850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5436343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49493926"/>
                    </a:ext>
                  </a:extLst>
                </a:gridCol>
              </a:tblGrid>
              <a:tr h="940454"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OSI Model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Layer Number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TCP/IP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Layer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Other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Protocol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059742"/>
                  </a:ext>
                </a:extLst>
              </a:tr>
              <a:tr h="8453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Alligator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Application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L7(Firewall)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HTTP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HTTPS, FTP, Telnet, SSH, DNS, …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843394"/>
                  </a:ext>
                </a:extLst>
              </a:tr>
              <a:tr h="8453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Pet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Presentation</a:t>
                      </a:r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25919"/>
                  </a:ext>
                </a:extLst>
              </a:tr>
              <a:tr h="8453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Steve’s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Session</a:t>
                      </a:r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467430"/>
                  </a:ext>
                </a:extLst>
              </a:tr>
              <a:tr h="8453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Touch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Transport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L4(NAT)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TCP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UDP, ICMP(?), …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930162"/>
                  </a:ext>
                </a:extLst>
              </a:tr>
              <a:tr h="8453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Not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Network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L3(Router)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IP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IP6, ARP(?), …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108682"/>
                  </a:ext>
                </a:extLst>
              </a:tr>
              <a:tr h="8453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Do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Data Link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L2(Switch)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Ethernet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PPP,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HDLC, …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934784"/>
                  </a:ext>
                </a:extLst>
              </a:tr>
              <a:tr h="8453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Please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Physical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657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74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71</Words>
  <Application>Microsoft Office PowerPoint</Application>
  <PresentationFormat>와이드스크린</PresentationFormat>
  <Paragraphs>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정승원</dc:creator>
  <cp:lastModifiedBy>정승원</cp:lastModifiedBy>
  <cp:revision>3</cp:revision>
  <dcterms:created xsi:type="dcterms:W3CDTF">2026-03-18T07:45:46Z</dcterms:created>
  <dcterms:modified xsi:type="dcterms:W3CDTF">2026-03-18T08:28:19Z</dcterms:modified>
</cp:coreProperties>
</file>